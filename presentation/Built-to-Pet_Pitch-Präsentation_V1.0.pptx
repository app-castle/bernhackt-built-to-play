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11392-ABA7-4C69-BB10-505288B64293}" v="1" dt="2026-08-23T09:46:11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Schumacher" userId="71de4cbf455843de" providerId="LiveId" clId="{AB3F2223-419F-4DFC-ACA3-F45510E015B6}"/>
    <pc:docChg chg="undo custSel modSld">
      <pc:chgData name="Natalie Schumacher" userId="71de4cbf455843de" providerId="LiveId" clId="{AB3F2223-419F-4DFC-ACA3-F45510E015B6}" dt="2026-08-23T09:47:02.544" v="141" actId="20577"/>
      <pc:docMkLst>
        <pc:docMk/>
      </pc:docMkLst>
      <pc:sldChg chg="modSp mod">
        <pc:chgData name="Natalie Schumacher" userId="71de4cbf455843de" providerId="LiveId" clId="{AB3F2223-419F-4DFC-ACA3-F45510E015B6}" dt="2026-08-23T09:47:02.544" v="141" actId="20577"/>
        <pc:sldMkLst>
          <pc:docMk/>
          <pc:sldMk cId="0" sldId="256"/>
        </pc:sldMkLst>
        <pc:spChg chg="mod">
          <ac:chgData name="Natalie Schumacher" userId="71de4cbf455843de" providerId="LiveId" clId="{AB3F2223-419F-4DFC-ACA3-F45510E015B6}" dt="2026-08-23T09:46:09.489" v="2" actId="2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atalie Schumacher" userId="71de4cbf455843de" providerId="LiveId" clId="{AB3F2223-419F-4DFC-ACA3-F45510E015B6}" dt="2026-08-23T09:47:02.544" v="141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Natalie Schumacher" userId="71de4cbf455843de" providerId="LiveId" clId="{AB3F2223-419F-4DFC-ACA3-F45510E015B6}" dt="2026-08-23T09:46:12.486" v="5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Natalie Schumacher" userId="71de4cbf455843de" providerId="LiveId" clId="{AB3F2223-419F-4DFC-ACA3-F45510E015B6}" dt="2026-08-23T09:46:38.320" v="115" actId="20577"/>
          <ac:spMkLst>
            <pc:docMk/>
            <pc:sldMk cId="0" sldId="256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84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11480"/>
            <a:ext cx="9464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</a:rPr>
              <a:t>BUILT TO PET</a:t>
            </a:r>
            <a:endParaRPr lang="en-US" sz="4400" dirty="0">
              <a:latin typeface="Frankfurt" panose="000B0000000000000000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145588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Ein Desktop Pet für die </a:t>
            </a:r>
            <a:r>
              <a:rPr lang="en-US" sz="1600" i="1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nächste</a:t>
            </a:r>
            <a:r>
              <a:rPr lang="en-US" sz="1600" i="1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LAN Party, das </a:t>
            </a:r>
            <a:r>
              <a:rPr lang="en-US" sz="1600" i="1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trainiert</a:t>
            </a:r>
            <a:r>
              <a:rPr lang="en-US" sz="1600" i="1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, </a:t>
            </a:r>
            <a:r>
              <a:rPr lang="en-US" sz="1600" i="1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während</a:t>
            </a:r>
            <a:r>
              <a:rPr lang="en-US" sz="1600" i="1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du </a:t>
            </a:r>
            <a:r>
              <a:rPr lang="en-US" sz="1600" i="1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spielst</a:t>
            </a:r>
            <a:r>
              <a:rPr lang="en-US" sz="1600" i="1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.</a:t>
            </a:r>
            <a:endParaRPr lang="en-US" sz="1600" dirty="0">
              <a:latin typeface="Aptos" panose="020B0004020202020204" pitchFamily="34" charset="0"/>
              <a:ea typeface="NoBulliesAllowed" panose="02000603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EAF4E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9" name="Image 1" descr="/home/claude/pitch/icon_challe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04288"/>
            <a:ext cx="374904" cy="374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5608" y="21945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2800" dirty="0">
              <a:latin typeface="Frankfurt" panose="000B0000000000000000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77240" y="278892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Natron: Built to play</a:t>
            </a: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Spiel für die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nächste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LAN-Party</a:t>
            </a:r>
          </a:p>
        </p:txBody>
      </p:sp>
      <p:sp>
        <p:nvSpPr>
          <p:cNvPr id="12" name="Shape 8"/>
          <p:cNvSpPr/>
          <p:nvPr/>
        </p:nvSpPr>
        <p:spPr>
          <a:xfrm>
            <a:off x="6217920" y="192024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EAF4E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Shape 9"/>
          <p:cNvSpPr/>
          <p:nvPr/>
        </p:nvSpPr>
        <p:spPr>
          <a:xfrm>
            <a:off x="6492240" y="21945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4" name="Image 2" descr="/home/claude/pitch/icon_bui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304288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3760" y="21945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  <a:cs typeface="Cambria" pitchFamily="34" charset="-120"/>
              </a:rPr>
              <a:t>Unser </a:t>
            </a:r>
            <a:r>
              <a:rPr lang="en-US" sz="2800" b="1" dirty="0" err="1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  <a:cs typeface="Cambria" pitchFamily="34" charset="-120"/>
              </a:rPr>
              <a:t>Ergebnis</a:t>
            </a:r>
            <a:endParaRPr lang="en-US" sz="2800" dirty="0">
              <a:latin typeface="Frankfurt" panose="000B0000000000000000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537960" y="278892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NoBulliesAllowed" panose="02000603000000000000" pitchFamily="2" charset="0"/>
              </a:rPr>
              <a:t>Multiplayer Desktop Pet</a:t>
            </a: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latin typeface="Aptos" panose="020B0004020202020204" pitchFamily="34" charset="0"/>
                <a:ea typeface="NoBulliesAllowed" panose="02000603000000000000" pitchFamily="2" charset="0"/>
              </a:rPr>
              <a:t>Interaktionen</a:t>
            </a:r>
            <a:r>
              <a:rPr lang="en-US" sz="1600" dirty="0">
                <a:latin typeface="Aptos" panose="020B0004020202020204" pitchFamily="34" charset="0"/>
                <a:ea typeface="NoBulliesAllowed" panose="02000603000000000000" pitchFamily="2" charset="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NoBulliesAllowed" panose="02000603000000000000" pitchFamily="2" charset="0"/>
              </a:rPr>
              <a:t>mit</a:t>
            </a:r>
            <a:r>
              <a:rPr lang="en-US" sz="1600" dirty="0">
                <a:latin typeface="Aptos" panose="020B0004020202020204" pitchFamily="34" charset="0"/>
                <a:ea typeface="NoBulliesAllowed" panose="02000603000000000000" pitchFamily="2" charset="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NoBulliesAllowed" panose="02000603000000000000" pitchFamily="2" charset="0"/>
              </a:rPr>
              <a:t>anderen</a:t>
            </a:r>
            <a:r>
              <a:rPr lang="en-US" sz="1600" dirty="0">
                <a:latin typeface="Aptos" panose="020B0004020202020204" pitchFamily="34" charset="0"/>
                <a:ea typeface="NoBulliesAllowed" panose="02000603000000000000" pitchFamily="2" charset="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NoBulliesAllowed" panose="02000603000000000000" pitchFamily="2" charset="0"/>
              </a:rPr>
              <a:t>Spielern</a:t>
            </a:r>
            <a:endParaRPr lang="en-US" sz="1600" dirty="0">
              <a:latin typeface="Aptos" panose="020B0004020202020204" pitchFamily="34" charset="0"/>
              <a:ea typeface="NoBulliesAllowed" panose="02000603000000000000" pitchFamily="2" charset="0"/>
            </a:endParaRP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Wird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passiv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trainiert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während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andere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Spiele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gespielt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werden</a:t>
            </a:r>
            <a:endParaRPr lang="en-US" sz="1600" dirty="0">
              <a:latin typeface="Aptos" panose="020B0004020202020204" pitchFamily="34" charset="0"/>
              <a:ea typeface="NoBulliesAllowed" panose="02000603000000000000" pitchFamily="2" charset="0"/>
            </a:endParaRP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endParaRPr lang="en-US" sz="1600" dirty="0">
              <a:latin typeface="Aptos" panose="020B0004020202020204" pitchFamily="34" charset="0"/>
              <a:ea typeface="NoBulliesAllowed" panose="02000603000000000000" pitchFamily="2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57200" y="452628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EAF4E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Shape 13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9" name="Image 3" descr="/home/claude/pitch/icon_featu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910328"/>
            <a:ext cx="374904" cy="3749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478231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</a:rPr>
              <a:t>kernfunktionen</a:t>
            </a:r>
            <a:endParaRPr lang="en-US" sz="2800" b="1" dirty="0">
              <a:solidFill>
                <a:srgbClr val="2C5F2D"/>
              </a:solidFill>
              <a:latin typeface="Frankfurt" panose="000B0000000000000000" pitchFamily="34" charset="0"/>
              <a:ea typeface="Cambria" pitchFamily="34" charset="-122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77240" y="53949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Trainieren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im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Hintergrund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durch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Tastaturtippen</a:t>
            </a:r>
            <a:endParaRPr lang="en-US" sz="1600" dirty="0">
              <a:solidFill>
                <a:srgbClr val="1E2B15"/>
              </a:solidFill>
              <a:latin typeface="Aptos" panose="020B0004020202020204" pitchFamily="34" charset="0"/>
              <a:ea typeface="NoBulliesAllowed" panose="02000603000000000000" pitchFamily="2" charset="0"/>
              <a:cs typeface="Calibri" pitchFamily="34" charset="-120"/>
            </a:endParaRP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Gegenseitiges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“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Haustier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”-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hüten</a:t>
            </a:r>
            <a:endParaRPr lang="en-US" sz="1600" dirty="0">
              <a:solidFill>
                <a:srgbClr val="1E2B15"/>
              </a:solidFill>
              <a:latin typeface="Aptos" panose="020B0004020202020204" pitchFamily="34" charset="0"/>
              <a:ea typeface="NoBulliesAllowed" panose="02000603000000000000" pitchFamily="2" charset="0"/>
              <a:cs typeface="Calibri" pitchFamily="34" charset="-120"/>
            </a:endParaRP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Überraschungsangriffe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für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Statusboosts</a:t>
            </a:r>
            <a:endParaRPr lang="en-US" sz="1600" dirty="0">
              <a:solidFill>
                <a:srgbClr val="1E2B15"/>
              </a:solidFill>
              <a:latin typeface="Aptos" panose="020B0004020202020204" pitchFamily="34" charset="0"/>
              <a:ea typeface="NoBulliesAllowed" panose="02000603000000000000" pitchFamily="2" charset="0"/>
              <a:cs typeface="Calibri" pitchFamily="34" charset="-12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217920" y="452628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EAF4E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Shape 17"/>
          <p:cNvSpPr/>
          <p:nvPr/>
        </p:nvSpPr>
        <p:spPr>
          <a:xfrm>
            <a:off x="6492240" y="4800600"/>
            <a:ext cx="594360" cy="594360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4" name="Image 4" descr="/home/claude/pitch/icon_n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910328"/>
            <a:ext cx="374904" cy="3749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23760" y="478231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</a:rPr>
              <a:t>Was </a:t>
            </a:r>
            <a:r>
              <a:rPr lang="en-US" sz="2800" b="1" dirty="0" err="1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</a:rPr>
              <a:t>geplant</a:t>
            </a:r>
            <a:r>
              <a:rPr lang="en-US" sz="2800" b="1" dirty="0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</a:rPr>
              <a:t> </a:t>
            </a:r>
            <a:r>
              <a:rPr lang="en-US" sz="2800" b="1" dirty="0" err="1">
                <a:solidFill>
                  <a:srgbClr val="2C5F2D"/>
                </a:solidFill>
                <a:latin typeface="Frankfurt" panose="000B0000000000000000" pitchFamily="34" charset="0"/>
                <a:ea typeface="Cambria" pitchFamily="34" charset="-122"/>
              </a:rPr>
              <a:t>ist</a:t>
            </a:r>
            <a:endParaRPr lang="en-US" sz="2800" b="1" dirty="0">
              <a:solidFill>
                <a:srgbClr val="2C5F2D"/>
              </a:solidFill>
              <a:latin typeface="Frankfurt" panose="000B0000000000000000" pitchFamily="34" charset="0"/>
              <a:ea typeface="Cambria" pitchFamily="34" charset="-122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10241280" y="481888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BE9E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7" name="Text 20"/>
          <p:cNvSpPr/>
          <p:nvPr/>
        </p:nvSpPr>
        <p:spPr>
          <a:xfrm>
            <a:off x="10241280" y="4818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440E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GEPLANT</a:t>
            </a:r>
            <a:endParaRPr lang="en-US" sz="1000" dirty="0">
              <a:latin typeface="Aptos" panose="020B0004020202020204" pitchFamily="34" charset="0"/>
              <a:ea typeface="NoBulliesAllowed" panose="02000603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6537960" y="53949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Zufällige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Quests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mit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Belohnungen</a:t>
            </a:r>
            <a:endParaRPr lang="en-US" sz="1600" dirty="0">
              <a:solidFill>
                <a:srgbClr val="1E2B15"/>
              </a:solidFill>
              <a:latin typeface="Aptos" panose="020B0004020202020204" pitchFamily="34" charset="0"/>
              <a:ea typeface="NoBulliesAllowed" panose="02000603000000000000" pitchFamily="2" charset="0"/>
              <a:cs typeface="Calibri" pitchFamily="34" charset="-120"/>
            </a:endParaRP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Karten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sammeln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und Decks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erstellen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für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mehr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Strategie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Geregelte</a:t>
            </a:r>
            <a:r>
              <a:rPr lang="en-US" sz="1600" dirty="0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B15"/>
                </a:solidFill>
                <a:latin typeface="Aptos" panose="020B0004020202020204" pitchFamily="34" charset="0"/>
                <a:ea typeface="NoBulliesAllowed" panose="02000603000000000000" pitchFamily="2" charset="0"/>
                <a:cs typeface="Calibri" pitchFamily="34" charset="-120"/>
              </a:rPr>
              <a:t>Wettkämpfe</a:t>
            </a:r>
            <a:endParaRPr lang="en-US" sz="1600" dirty="0">
              <a:latin typeface="Aptos" panose="020B0004020202020204" pitchFamily="34" charset="0"/>
              <a:ea typeface="NoBulliesAllowed" panose="02000603000000000000" pitchFamily="2" charset="0"/>
            </a:endParaRPr>
          </a:p>
        </p:txBody>
      </p:sp>
      <p:pic>
        <p:nvPicPr>
          <p:cNvPr id="2" name="Image 0" descr="/mnt/user-data/uploads/sli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42504">
            <a:off x="9753562" y="-150977"/>
            <a:ext cx="2459938" cy="24599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Breitbild</PresentationFormat>
  <Paragraphs>19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Arial</vt:lpstr>
      <vt:lpstr>Frankfurt</vt:lpstr>
      <vt:lpstr>Office Theme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Natalie Schumacher</cp:lastModifiedBy>
  <cp:revision>2</cp:revision>
  <dcterms:created xsi:type="dcterms:W3CDTF">2026-08-23T08:32:29Z</dcterms:created>
  <dcterms:modified xsi:type="dcterms:W3CDTF">2026-08-23T09:47:04Z</dcterms:modified>
</cp:coreProperties>
</file>