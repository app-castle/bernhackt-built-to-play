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03" autoAdjust="0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53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9840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411480"/>
            <a:ext cx="9464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Frankfurt" panose="000B0000000000000000" pitchFamily="34" charset="0"/>
                <a:ea typeface="Cambria" pitchFamily="34" charset="-122"/>
              </a:rPr>
              <a:t>BUILT TO PET</a:t>
            </a:r>
            <a:endParaRPr lang="en-US" sz="4400" dirty="0">
              <a:latin typeface="Frankfurt" panose="000B0000000000000000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457200" y="1145588"/>
            <a:ext cx="9464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Ein Desktop Pet für die </a:t>
            </a:r>
            <a:r>
              <a:rPr lang="en-US" sz="1600" i="1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nächste</a:t>
            </a:r>
            <a:r>
              <a:rPr lang="en-US" sz="1600" i="1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LAN Party, das </a:t>
            </a:r>
            <a:r>
              <a:rPr lang="en-US" sz="1600" i="1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trainiert</a:t>
            </a:r>
            <a:r>
              <a:rPr lang="en-US" sz="1600" i="1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, </a:t>
            </a:r>
            <a:r>
              <a:rPr lang="en-US" sz="1600" i="1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während</a:t>
            </a:r>
            <a:r>
              <a:rPr lang="en-US" sz="1600" i="1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du </a:t>
            </a:r>
            <a:r>
              <a:rPr lang="en-US" sz="1600" i="1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spielst</a:t>
            </a:r>
            <a:r>
              <a:rPr lang="en-US" sz="1600" i="1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.</a:t>
            </a:r>
            <a:endParaRPr lang="en-US" sz="1600" dirty="0">
              <a:latin typeface="Aptos" panose="020B0004020202020204" pitchFamily="34" charset="0"/>
              <a:ea typeface="NoBulliesAllowed" panose="02000603000000000000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EAF4E5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8" name="Shape 5"/>
          <p:cNvSpPr/>
          <p:nvPr/>
        </p:nvSpPr>
        <p:spPr>
          <a:xfrm>
            <a:off x="731520" y="2194560"/>
            <a:ext cx="594360" cy="594360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de-CH"/>
          </a:p>
        </p:txBody>
      </p:sp>
      <p:pic>
        <p:nvPicPr>
          <p:cNvPr id="9" name="Image 1" descr="/home/claude/pitch/icon_challe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04288"/>
            <a:ext cx="374904" cy="3749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35608" y="219456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5F2D"/>
                </a:solidFill>
                <a:latin typeface="Frankfurt" panose="000B0000000000000000" pitchFamily="34" charset="0"/>
                <a:ea typeface="Cambria" pitchFamily="34" charset="-122"/>
                <a:cs typeface="Cambria" pitchFamily="34" charset="-120"/>
              </a:rPr>
              <a:t>Challenge</a:t>
            </a:r>
            <a:endParaRPr lang="en-US" sz="2800" dirty="0">
              <a:latin typeface="Frankfurt" panose="000B0000000000000000" pitchFamily="34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777240" y="278892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Natron: Built to play</a:t>
            </a:r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Spiel für die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nächste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LAN-Party</a:t>
            </a:r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Wird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passiv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trainiert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,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während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andere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Spiele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gespielt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werden</a:t>
            </a:r>
            <a:endParaRPr lang="en-US" sz="1600" dirty="0">
              <a:latin typeface="Aptos" panose="020B0004020202020204" pitchFamily="34" charset="0"/>
              <a:ea typeface="NoBulliesAllowed" panose="02000603000000000000" pitchFamily="2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217920" y="192024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EAF4E5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3" name="Shape 9"/>
          <p:cNvSpPr/>
          <p:nvPr/>
        </p:nvSpPr>
        <p:spPr>
          <a:xfrm>
            <a:off x="6492240" y="2194560"/>
            <a:ext cx="594360" cy="594360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de-CH"/>
          </a:p>
        </p:txBody>
      </p:sp>
      <p:pic>
        <p:nvPicPr>
          <p:cNvPr id="14" name="Image 2" descr="/home/claude/pitch/icon_bui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2304288"/>
            <a:ext cx="374904" cy="3749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223760" y="219456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5F2D"/>
                </a:solidFill>
                <a:latin typeface="Frankfurt" panose="000B0000000000000000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2800" dirty="0">
              <a:latin typeface="Frankfurt" panose="000B0000000000000000" pitchFamily="34" charset="0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6537960" y="278892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latin typeface="Aptos" panose="020B0004020202020204" pitchFamily="34" charset="0"/>
                <a:ea typeface="NoBulliesAllowed" panose="02000603000000000000" pitchFamily="2" charset="0"/>
              </a:rPr>
              <a:t>Multiplayer Desktop Pet</a:t>
            </a:r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latin typeface="Aptos" panose="020B0004020202020204" pitchFamily="34" charset="0"/>
                <a:ea typeface="NoBulliesAllowed" panose="02000603000000000000" pitchFamily="2" charset="0"/>
              </a:rPr>
              <a:t>Interaktionen</a:t>
            </a:r>
            <a:r>
              <a:rPr lang="en-US" sz="1600" dirty="0">
                <a:latin typeface="Aptos" panose="020B0004020202020204" pitchFamily="34" charset="0"/>
                <a:ea typeface="NoBulliesAllowed" panose="02000603000000000000" pitchFamily="2" charset="0"/>
              </a:rPr>
              <a:t> </a:t>
            </a:r>
            <a:r>
              <a:rPr lang="en-US" sz="1600" dirty="0" err="1">
                <a:latin typeface="Aptos" panose="020B0004020202020204" pitchFamily="34" charset="0"/>
                <a:ea typeface="NoBulliesAllowed" panose="02000603000000000000" pitchFamily="2" charset="0"/>
              </a:rPr>
              <a:t>mit</a:t>
            </a:r>
            <a:r>
              <a:rPr lang="en-US" sz="1600" dirty="0">
                <a:latin typeface="Aptos" panose="020B0004020202020204" pitchFamily="34" charset="0"/>
                <a:ea typeface="NoBulliesAllowed" panose="02000603000000000000" pitchFamily="2" charset="0"/>
              </a:rPr>
              <a:t> </a:t>
            </a:r>
            <a:r>
              <a:rPr lang="en-US" sz="1600" dirty="0" err="1">
                <a:latin typeface="Aptos" panose="020B0004020202020204" pitchFamily="34" charset="0"/>
                <a:ea typeface="NoBulliesAllowed" panose="02000603000000000000" pitchFamily="2" charset="0"/>
              </a:rPr>
              <a:t>anderen</a:t>
            </a:r>
            <a:r>
              <a:rPr lang="en-US" sz="1600" dirty="0">
                <a:latin typeface="Aptos" panose="020B0004020202020204" pitchFamily="34" charset="0"/>
                <a:ea typeface="NoBulliesAllowed" panose="02000603000000000000" pitchFamily="2" charset="0"/>
              </a:rPr>
              <a:t> </a:t>
            </a:r>
            <a:r>
              <a:rPr lang="en-US" sz="1600" dirty="0" err="1">
                <a:latin typeface="Aptos" panose="020B0004020202020204" pitchFamily="34" charset="0"/>
                <a:ea typeface="NoBulliesAllowed" panose="02000603000000000000" pitchFamily="2" charset="0"/>
              </a:rPr>
              <a:t>Spielern</a:t>
            </a:r>
            <a:endParaRPr lang="en-US" sz="1600" dirty="0">
              <a:latin typeface="Aptos" panose="020B0004020202020204" pitchFamily="34" charset="0"/>
              <a:ea typeface="NoBulliesAllowed" panose="02000603000000000000" pitchFamily="2" charset="0"/>
            </a:endParaRPr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latin typeface="Aptos" panose="020B0004020202020204" pitchFamily="34" charset="0"/>
                <a:ea typeface="NoBulliesAllowed" panose="02000603000000000000" pitchFamily="2" charset="0"/>
              </a:rPr>
              <a:t>Änderungen</a:t>
            </a:r>
            <a:r>
              <a:rPr lang="en-US" sz="1600" dirty="0">
                <a:latin typeface="Aptos" panose="020B0004020202020204" pitchFamily="34" charset="0"/>
                <a:ea typeface="NoBulliesAllowed" panose="02000603000000000000" pitchFamily="2" charset="0"/>
              </a:rPr>
              <a:t> </a:t>
            </a:r>
            <a:r>
              <a:rPr lang="en-US" sz="1600" dirty="0" err="1">
                <a:latin typeface="Aptos" panose="020B0004020202020204" pitchFamily="34" charset="0"/>
                <a:ea typeface="NoBulliesAllowed" panose="02000603000000000000" pitchFamily="2" charset="0"/>
              </a:rPr>
              <a:t>werden</a:t>
            </a:r>
            <a:r>
              <a:rPr lang="en-US" sz="1600" dirty="0">
                <a:latin typeface="Aptos" panose="020B0004020202020204" pitchFamily="34" charset="0"/>
                <a:ea typeface="NoBulliesAllowed" panose="02000603000000000000" pitchFamily="2" charset="0"/>
              </a:rPr>
              <a:t> </a:t>
            </a:r>
            <a:r>
              <a:rPr lang="en-US" sz="1600" dirty="0" err="1">
                <a:latin typeface="Aptos" panose="020B0004020202020204" pitchFamily="34" charset="0"/>
                <a:ea typeface="NoBulliesAllowed" panose="02000603000000000000" pitchFamily="2" charset="0"/>
              </a:rPr>
              <a:t>persistiert</a:t>
            </a:r>
            <a:endParaRPr lang="en-US" sz="1600" dirty="0">
              <a:latin typeface="Aptos" panose="020B0004020202020204" pitchFamily="34" charset="0"/>
              <a:ea typeface="NoBulliesAllowed" panose="02000603000000000000" pitchFamily="2" charset="0"/>
            </a:endParaRPr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endParaRPr lang="en-US" sz="1600" dirty="0">
              <a:latin typeface="Aptos" panose="020B0004020202020204" pitchFamily="34" charset="0"/>
              <a:ea typeface="NoBulliesAllowed" panose="02000603000000000000" pitchFamily="2" charset="0"/>
            </a:endParaRPr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endParaRPr lang="en-US" sz="1600" dirty="0">
              <a:latin typeface="Aptos" panose="020B0004020202020204" pitchFamily="34" charset="0"/>
              <a:ea typeface="NoBulliesAllowed" panose="02000603000000000000" pitchFamily="2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457200" y="452628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EAF4E5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8" name="Shape 13"/>
          <p:cNvSpPr/>
          <p:nvPr/>
        </p:nvSpPr>
        <p:spPr>
          <a:xfrm>
            <a:off x="731520" y="4800600"/>
            <a:ext cx="594360" cy="594360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de-CH"/>
          </a:p>
        </p:txBody>
      </p:sp>
      <p:pic>
        <p:nvPicPr>
          <p:cNvPr id="19" name="Image 3" descr="/home/claude/pitch/icon_featu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910328"/>
            <a:ext cx="374904" cy="37490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63040" y="4782312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2C5F2D"/>
                </a:solidFill>
                <a:latin typeface="Frankfurt" panose="000B0000000000000000" pitchFamily="34" charset="0"/>
                <a:ea typeface="Cambria" pitchFamily="34" charset="-122"/>
              </a:rPr>
              <a:t>kernfunktionen</a:t>
            </a:r>
            <a:endParaRPr lang="en-US" sz="2800" b="1" dirty="0">
              <a:solidFill>
                <a:srgbClr val="2C5F2D"/>
              </a:solidFill>
              <a:latin typeface="Frankfurt" panose="000B0000000000000000" pitchFamily="34" charset="0"/>
              <a:ea typeface="Cambria" pitchFamily="34" charset="-122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777240" y="539496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Trainieren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im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Hintergrund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durch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Tastaturtippen</a:t>
            </a:r>
            <a:endParaRPr lang="en-US" sz="1600" dirty="0">
              <a:solidFill>
                <a:srgbClr val="1E2B15"/>
              </a:solidFill>
              <a:latin typeface="Aptos" panose="020B0004020202020204" pitchFamily="34" charset="0"/>
              <a:ea typeface="NoBulliesAllowed" panose="02000603000000000000" pitchFamily="2" charset="0"/>
              <a:cs typeface="Calibri" pitchFamily="34" charset="-120"/>
            </a:endParaRPr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Kümmert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euch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gegenseitig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um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eure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Haustiere</a:t>
            </a:r>
            <a:endParaRPr lang="en-US" sz="1600" dirty="0">
              <a:solidFill>
                <a:srgbClr val="1E2B15"/>
              </a:solidFill>
              <a:latin typeface="Aptos" panose="020B0004020202020204" pitchFamily="34" charset="0"/>
              <a:ea typeface="NoBulliesAllowed" panose="02000603000000000000" pitchFamily="2" charset="0"/>
              <a:cs typeface="Calibri" pitchFamily="34" charset="-120"/>
            </a:endParaRPr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Überrascht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euch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mit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plötzlichen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Angriffen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.</a:t>
            </a:r>
          </a:p>
        </p:txBody>
      </p:sp>
      <p:sp>
        <p:nvSpPr>
          <p:cNvPr id="22" name="Shape 16"/>
          <p:cNvSpPr/>
          <p:nvPr/>
        </p:nvSpPr>
        <p:spPr>
          <a:xfrm>
            <a:off x="6217920" y="452628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EAF4E5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3" name="Shape 17"/>
          <p:cNvSpPr/>
          <p:nvPr/>
        </p:nvSpPr>
        <p:spPr>
          <a:xfrm>
            <a:off x="6492240" y="4800600"/>
            <a:ext cx="594360" cy="594360"/>
          </a:xfrm>
          <a:prstGeom prst="ellipse">
            <a:avLst/>
          </a:prstGeom>
          <a:solidFill>
            <a:srgbClr val="C1440E"/>
          </a:solidFill>
          <a:ln/>
        </p:spPr>
        <p:txBody>
          <a:bodyPr/>
          <a:lstStyle/>
          <a:p>
            <a:endParaRPr lang="de-CH"/>
          </a:p>
        </p:txBody>
      </p:sp>
      <p:pic>
        <p:nvPicPr>
          <p:cNvPr id="24" name="Image 4" descr="/home/claude/pitch/icon_n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4910328"/>
            <a:ext cx="374904" cy="37490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223760" y="4782312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C5F2D"/>
                </a:solidFill>
                <a:latin typeface="Frankfurt" panose="000B0000000000000000" pitchFamily="34" charset="0"/>
                <a:ea typeface="Cambria" pitchFamily="34" charset="-122"/>
              </a:rPr>
              <a:t>Was </a:t>
            </a:r>
            <a:r>
              <a:rPr lang="en-US" sz="2800" b="1" dirty="0" err="1">
                <a:solidFill>
                  <a:srgbClr val="2C5F2D"/>
                </a:solidFill>
                <a:latin typeface="Frankfurt" panose="000B0000000000000000" pitchFamily="34" charset="0"/>
                <a:ea typeface="Cambria" pitchFamily="34" charset="-122"/>
              </a:rPr>
              <a:t>geplant</a:t>
            </a:r>
            <a:r>
              <a:rPr lang="en-US" sz="2800" b="1" dirty="0">
                <a:solidFill>
                  <a:srgbClr val="2C5F2D"/>
                </a:solidFill>
                <a:latin typeface="Frankfurt" panose="000B0000000000000000" pitchFamily="34" charset="0"/>
                <a:ea typeface="Cambria" pitchFamily="34" charset="-122"/>
              </a:rPr>
              <a:t> </a:t>
            </a:r>
            <a:r>
              <a:rPr lang="en-US" sz="2800" b="1" dirty="0" err="1">
                <a:solidFill>
                  <a:srgbClr val="2C5F2D"/>
                </a:solidFill>
                <a:latin typeface="Frankfurt" panose="000B0000000000000000" pitchFamily="34" charset="0"/>
                <a:ea typeface="Cambria" pitchFamily="34" charset="-122"/>
              </a:rPr>
              <a:t>ist</a:t>
            </a:r>
            <a:endParaRPr lang="en-US" sz="2800" b="1" dirty="0">
              <a:solidFill>
                <a:srgbClr val="2C5F2D"/>
              </a:solidFill>
              <a:latin typeface="Frankfurt" panose="000B0000000000000000" pitchFamily="34" charset="0"/>
              <a:ea typeface="Cambria" pitchFamily="34" charset="-122"/>
            </a:endParaRPr>
          </a:p>
        </p:txBody>
      </p:sp>
      <p:sp>
        <p:nvSpPr>
          <p:cNvPr id="26" name="Shape 19"/>
          <p:cNvSpPr/>
          <p:nvPr/>
        </p:nvSpPr>
        <p:spPr>
          <a:xfrm>
            <a:off x="10241280" y="4818888"/>
            <a:ext cx="1097280" cy="292608"/>
          </a:xfrm>
          <a:prstGeom prst="roundRect">
            <a:avLst>
              <a:gd name="adj" fmla="val 18750"/>
            </a:avLst>
          </a:prstGeom>
          <a:solidFill>
            <a:srgbClr val="FBE9E0"/>
          </a:solidFill>
          <a:ln/>
        </p:spPr>
        <p:txBody>
          <a:bodyPr/>
          <a:lstStyle/>
          <a:p>
            <a:endParaRPr lang="de-CH"/>
          </a:p>
        </p:txBody>
      </p:sp>
      <p:sp>
        <p:nvSpPr>
          <p:cNvPr id="27" name="Text 20"/>
          <p:cNvSpPr/>
          <p:nvPr/>
        </p:nvSpPr>
        <p:spPr>
          <a:xfrm>
            <a:off x="10241280" y="48188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1440E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GEPLANT</a:t>
            </a:r>
            <a:endParaRPr lang="en-US" sz="1000" dirty="0">
              <a:latin typeface="Aptos" panose="020B0004020202020204" pitchFamily="34" charset="0"/>
              <a:ea typeface="NoBulliesAllowed" panose="02000603000000000000" pitchFamily="2" charset="0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6537960" y="539496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Zufällige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Quests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mit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Belohnungen</a:t>
            </a:r>
            <a:endParaRPr lang="en-US" sz="1600" dirty="0">
              <a:solidFill>
                <a:srgbClr val="1E2B15"/>
              </a:solidFill>
              <a:latin typeface="Aptos" panose="020B0004020202020204" pitchFamily="34" charset="0"/>
              <a:ea typeface="NoBulliesAllowed" panose="02000603000000000000" pitchFamily="2" charset="0"/>
              <a:cs typeface="Calibri" pitchFamily="34" charset="-120"/>
            </a:endParaRPr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Karten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sammeln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und Decks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erstellen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für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mehr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Strategie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</a:p>
          <a:p>
            <a:pPr marL="152400" indent="-1524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Geregelte</a:t>
            </a:r>
            <a:r>
              <a:rPr lang="en-US" sz="1600" dirty="0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B15"/>
                </a:solidFill>
                <a:latin typeface="Aptos" panose="020B0004020202020204" pitchFamily="34" charset="0"/>
                <a:ea typeface="NoBulliesAllowed" panose="02000603000000000000" pitchFamily="2" charset="0"/>
                <a:cs typeface="Calibri" pitchFamily="34" charset="-120"/>
              </a:rPr>
              <a:t>Wettkämpfe</a:t>
            </a:r>
            <a:endParaRPr lang="en-US" sz="1600" dirty="0">
              <a:latin typeface="Aptos" panose="020B0004020202020204" pitchFamily="34" charset="0"/>
              <a:ea typeface="NoBulliesAllowed" panose="02000603000000000000" pitchFamily="2" charset="0"/>
            </a:endParaRPr>
          </a:p>
        </p:txBody>
      </p:sp>
      <p:pic>
        <p:nvPicPr>
          <p:cNvPr id="2" name="Image 0" descr="/mnt/user-data/uploads/sli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42504">
            <a:off x="9753562" y="-150977"/>
            <a:ext cx="2459938" cy="24599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</Words>
  <Application>Microsoft Office PowerPoint</Application>
  <PresentationFormat>Breitbild</PresentationFormat>
  <Paragraphs>20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Arial</vt:lpstr>
      <vt:lpstr>Frankfurt</vt:lpstr>
      <vt:lpstr>Office Theme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Natalie Schumacher</cp:lastModifiedBy>
  <cp:revision>2</cp:revision>
  <dcterms:created xsi:type="dcterms:W3CDTF">2026-08-23T08:32:29Z</dcterms:created>
  <dcterms:modified xsi:type="dcterms:W3CDTF">2026-08-23T08:50:51Z</dcterms:modified>
</cp:coreProperties>
</file>